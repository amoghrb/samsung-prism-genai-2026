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rive.google.com/drive/folders/1OfFzQTw2Os6dTVjTHRL54IEJbnADayVx?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rive.google.com/drive/folders/1OfFzQTw2Os6dTVjTHRL54IEJbnADayVx?usp=sha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Theme 1 — Agentic Code Intelligence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MSRIT_Waypoint</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M. S. Ramaiah Institute of Technology (MSRIT), Bengaluru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Amogh R B — 1ms24ci014@msrit.edu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Pankaj Kumar B S — 1ms24ci029@msrit.edu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https://github.com/AmoghRB/samsung-prism-genai-2026</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2100"/>
              <a:t>Theme 1 — Agentic Code Intelligence (semantic code retrieval)</a:t>
            </a:r>
            <a:endParaRPr lang="en-IN"/>
          </a:p>
          <a:p>
            <a:pPr/>
            <a:r>
              <a:rPr sz="2100"/>
              <a:t>Given a natural-language query and a library of Python code, return code snippets ranked by relevance.</a:t>
            </a:r>
          </a:p>
          <a:p>
            <a:pPr/>
            <a:r>
              <a:rPr b="1" sz="2100"/>
              <a:t>Scored on: </a:t>
            </a:r>
            <a:r>
              <a:rPr sz="2100"/>
              <a:t>NDCG@10 and MRR on the CoIR apps test split (MTEB AppsRetrieval) — 3,765 queries, 8,765 programs.</a:t>
            </a:r>
          </a:p>
          <a:p>
            <a:pPr/>
            <a:r>
              <a:rPr b="1" sz="2100"/>
              <a:t>P1: </a:t>
            </a:r>
            <a:r>
              <a:rPr sz="2100"/>
              <a:t>retrieval across code versions, with fast index rebuilds.</a:t>
            </a:r>
          </a:p>
          <a:p>
            <a:pPr/>
            <a:r>
              <a:rPr b="1" sz="2100"/>
              <a:t>Bonus: </a:t>
            </a:r>
            <a:r>
              <a:rPr sz="2100"/>
              <a:t>evolutionary retrieval across all versions at once.</a:t>
            </a:r>
          </a:p>
          <a:p>
            <a:pPr/>
            <a:r>
              <a:rPr b="1" sz="2100"/>
              <a:t>Constraint: </a:t>
            </a:r>
            <a:r>
              <a:rPr sz="2100"/>
              <a:t>CPU-only, efficiency (runtime, model size) is scored.</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1900"/>
              <a:t>Keyword search (grep, BM25): </a:t>
            </a:r>
            <a:r>
              <a:rPr sz="1900"/>
              <a:t>misses paraphrase — 'longest rising run' ≠ 'LIS'. Queries and code use different vocabularies.</a:t>
            </a:r>
            <a:endParaRPr lang="en-IN"/>
          </a:p>
          <a:p>
            <a:pPr/>
            <a:r>
              <a:rPr b="1" sz="1900"/>
              <a:t>LLM ranking: </a:t>
            </a:r>
            <a:r>
              <a:rPr sz="1900"/>
              <a:t>thousands of long snippets don't fit in a context window, and it is far too slow to sit before generation in a RAG pipeline.</a:t>
            </a:r>
          </a:p>
          <a:p>
            <a:pPr/>
            <a:r>
              <a:rPr b="1" sz="1900"/>
              <a:t>General text embedders: </a:t>
            </a:r>
            <a:r>
              <a:rPr sz="1900"/>
              <a:t>weak on code; we measured gte-modernbert, granite-r2 and others well below code-specific models.</a:t>
            </a:r>
          </a:p>
          <a:p>
            <a:pPr/>
            <a:r>
              <a:rPr b="1" sz="1900"/>
              <a:t>Large code embedders (7B+): </a:t>
            </a:r>
            <a:r>
              <a:rPr sz="1900"/>
              <a:t>accurate but need a GPU — violates the CPU-only constraint.</a:t>
            </a:r>
          </a:p>
          <a:p>
            <a:pPr/>
            <a:r>
              <a:rPr b="1" sz="1900"/>
              <a:t>Versioned code: </a:t>
            </a:r>
            <a:r>
              <a:rPr sz="1900"/>
              <a:t>naive indexes re-embed everything on every commit, and cross-version search returns 5 near-copies of one function.</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1800"/>
              <a:t>Pipeline: </a:t>
            </a:r>
            <a:r>
              <a:rPr sz="1800"/>
              <a:t>query → pre-process → code-embedding (CPU) → exact cosine top-k → ranked snippets</a:t>
            </a:r>
            <a:endParaRPr lang="en-IN"/>
          </a:p>
          <a:p>
            <a:pPr lvl="1"/>
            <a:r>
              <a:rPr sz="1600"/>
              <a:t>Query pre-processing: LaTeX → plain maths ($1 \le n$ → 1 &lt;= n), whitespace/markup cleanup, so the 512-token budget carries meaning</a:t>
            </a:r>
          </a:p>
          <a:p>
            <a:pPr lvl="1"/>
            <a:r>
              <a:rPr sz="1600"/>
              <a:t>Embedding: jina-code-embeddings-0.5b with task instruction prompts for queries and code; longest-first batching on CPU</a:t>
            </a:r>
          </a:p>
          <a:p>
            <a:pPr lvl="1"/>
            <a:r>
              <a:rPr sz="1600"/>
              <a:t>Search: exact chunked matrix top-k — milliseconds at this scale, no ANN error</a:t>
            </a:r>
          </a:p>
          <a:p>
            <a:pPr/>
            <a:r>
              <a:rPr b="1" sz="1800"/>
              <a:t>Real repositories: </a:t>
            </a:r>
            <a:r>
              <a:rPr sz="1800"/>
              <a:t>Python ast splits files into functions/classes so hits are the answering block, not a 2,000-line file.</a:t>
            </a:r>
          </a:p>
          <a:p>
            <a:pPr/>
            <a:r>
              <a:rPr b="1" sz="1800"/>
              <a:t>Versioned index (P1): </a:t>
            </a:r>
            <a:r>
              <a:rPr sz="1800"/>
              <a:t>content-addressed — each vector stored under SHA-1 of its code; a version is a manifest. New version ⇒ only changed snippets embedded.</a:t>
            </a:r>
          </a:p>
          <a:p>
            <a:pPr/>
            <a:r>
              <a:rPr b="1" sz="1800"/>
              <a:t>Evolutionary search (Bonus): </a:t>
            </a:r>
            <a:r>
              <a:rPr sz="1800"/>
              <a:t>rank lineages (path::qualname), return best version + which versions share identical code.</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1900"/>
              <a:t>Live queries on the APPS corpus: </a:t>
            </a:r>
            <a:r>
              <a:rPr sz="1900"/>
              <a:t>python -m src.query --apps -i</a:t>
            </a:r>
            <a:endParaRPr lang="en-IN"/>
          </a:p>
          <a:p>
            <a:pPr lvl="1"/>
            <a:r>
              <a:rPr sz="1700"/>
              <a:t>Type a problem statement → top-5 Python programs with scores and latency</a:t>
            </a:r>
          </a:p>
          <a:p>
            <a:pPr/>
            <a:r>
              <a:rPr b="1" sz="1900"/>
              <a:t>Versioning demo: </a:t>
            </a:r>
            <a:r>
              <a:rPr sz="1900"/>
              <a:t>bash examples/versions_demo.sh</a:t>
            </a:r>
          </a:p>
          <a:p>
            <a:pPr lvl="1"/>
            <a:r>
              <a:rPr sz="1700"/>
              <a:t>Indexes requests v2.28.0, then v2.31.0 and v2.32.3 incrementally</a:t>
            </a:r>
          </a:p>
          <a:p>
            <a:pPr lvl="1"/>
            <a:r>
              <a:rPr sz="1700"/>
              <a:t>Same query: latest version → pinned to v2.28.0 → across all versions</a:t>
            </a:r>
          </a:p>
          <a:p>
            <a:pPr/>
            <a:r>
              <a:rPr b="1" sz="1900"/>
              <a:t>Reproduce the score: </a:t>
            </a:r>
            <a:r>
              <a:rPr sz="1900"/>
              <a:t>python -m src.evaluate → appsretrieval_results.json</a:t>
            </a:r>
          </a:p>
          <a:p>
            <a:pPr/>
            <a:r>
              <a:rPr b="1" sz="1900"/>
              <a:t>Demo video: </a:t>
            </a:r>
            <a:r>
              <a:rPr sz="1900">
                <a:hlinkClick r:id="rId2"/>
              </a:rPr>
              <a:t>https://drive.google.com/drive/folders/1OfFzQTw2Os6dTVjTHRL54IEJbnADayVx?usp=sharing</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2100"/>
              <a:t>Language: </a:t>
            </a:r>
            <a:r>
              <a:rPr sz="2100"/>
              <a:t>Python 3.12</a:t>
            </a:r>
            <a:endParaRPr lang="en-IN" dirty="0"/>
          </a:p>
          <a:p>
            <a:pPr/>
            <a:r>
              <a:rPr b="1" sz="2100"/>
              <a:t>Model: </a:t>
            </a:r>
            <a:r>
              <a:rPr sz="2100"/>
              <a:t>jinaai/jina-code-embeddings-0.5b (Hugging Face)</a:t>
            </a:r>
          </a:p>
          <a:p>
            <a:pPr/>
            <a:r>
              <a:rPr b="1" sz="2100"/>
              <a:t>Libraries: </a:t>
            </a:r>
            <a:r>
              <a:rPr sz="2100"/>
              <a:t>sentence-transformers, PyTorch (CPU wheels), NumPy, transformers</a:t>
            </a:r>
          </a:p>
          <a:p>
            <a:pPr/>
            <a:r>
              <a:rPr b="1" sz="2100"/>
              <a:t>Evaluation: </a:t>
            </a:r>
            <a:r>
              <a:rPr sz="2100"/>
              <a:t>MTEB 2.21 — AppsRetrieval task, CoIR apps dataset</a:t>
            </a:r>
          </a:p>
          <a:p>
            <a:pPr/>
            <a:r>
              <a:rPr b="1" sz="2100"/>
              <a:t>Code parsing: </a:t>
            </a:r>
            <a:r>
              <a:rPr sz="2100"/>
              <a:t>Python ast (function/class chunking)</a:t>
            </a:r>
          </a:p>
          <a:p>
            <a:pPr/>
            <a:r>
              <a:rPr b="1" sz="2100"/>
              <a:t>Packaging: </a:t>
            </a:r>
            <a:r>
              <a:rPr sz="2100"/>
              <a:t>Docker (CPU-only image, weights baked in), pytest</a:t>
            </a:r>
          </a:p>
          <a:p>
            <a:pPr/>
            <a:r>
              <a:rPr b="1" sz="2100"/>
              <a:t>AI assistance: </a:t>
            </a:r>
            <a:r>
              <a:rPr sz="2100"/>
              <a:t>Claude Code — disclosed in the AI Disclosure form</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2100"/>
              <a:t>Developer onboarding: </a:t>
            </a:r>
            <a:r>
              <a:rPr sz="2100"/>
              <a:t>ask 'where is input validated?' in an unfamiliar codebase and land on the function.</a:t>
            </a:r>
            <a:endParaRPr lang="en-IN" dirty="0"/>
          </a:p>
          <a:p>
            <a:pPr/>
            <a:r>
              <a:rPr b="1" sz="2100"/>
              <a:t>RAG over code: </a:t>
            </a:r>
            <a:r>
              <a:rPr sz="2100"/>
              <a:t>fast, CPU-only first stage for code assistants — retrieval runs on any laptop or server, no GPU bill.</a:t>
            </a:r>
          </a:p>
          <a:p>
            <a:pPr/>
            <a:r>
              <a:rPr b="1" sz="2100"/>
              <a:t>Code review &amp; debugging: </a:t>
            </a:r>
            <a:r>
              <a:rPr sz="2100"/>
              <a:t>find how a behaviour was implemented in an older release (version-pinned search).</a:t>
            </a:r>
          </a:p>
          <a:p>
            <a:pPr/>
            <a:r>
              <a:rPr b="1" sz="2100"/>
              <a:t>Regression hunting: </a:t>
            </a:r>
            <a:r>
              <a:rPr sz="2100"/>
              <a:t>cross-version search shows which releases share or changed a function.</a:t>
            </a:r>
          </a:p>
          <a:p>
            <a:pPr/>
            <a:r>
              <a:rPr b="1" sz="2100"/>
              <a:t>On-device / enterprise: </a:t>
            </a:r>
            <a:r>
              <a:rPr sz="2100"/>
              <a:t>0.5B model, code never leaves the machine.</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1800"/>
              <a:t>Results: </a:t>
            </a:r>
            <a:r>
              <a:rPr sz="1800"/>
              <a:t>NDCG@10 81.29 · MRR@10 78.02 · Recall@100 97.5 on AppsRetrieval test (full split)</a:t>
            </a:r>
            <a:endParaRPr lang="en-IN" dirty="0"/>
          </a:p>
          <a:p>
            <a:pPr/>
            <a:r>
              <a:rPr b="1" sz="1800"/>
              <a:t>Efficiency: </a:t>
            </a:r>
            <a:r>
              <a:rPr sz="1800"/>
              <a:t>494M params, CPU-only; live query ~110–180 ms on CPU</a:t>
            </a:r>
          </a:p>
          <a:p>
            <a:pPr/>
            <a:r>
              <a:rPr b="1" sz="1800"/>
              <a:t>Innovation: </a:t>
            </a:r>
            <a:r>
              <a:rPr sz="1800"/>
              <a:t>content-addressed versioned index; lineage-level ranking for evolutionary retrieval; measured query pre-processing</a:t>
            </a:r>
          </a:p>
          <a:p>
            <a:pPr/>
            <a:r>
              <a:rPr b="1" sz="1800"/>
              <a:t>Measured, not guessed: </a:t>
            </a:r>
            <a:r>
              <a:rPr sz="1800"/>
              <a:t>7 embedding models and 4 query modes swept on the full test split; Matryoshka 256-d keeps 80.1 NDCG at 3.5× less memory</a:t>
            </a:r>
          </a:p>
          <a:p>
            <a:pPr/>
            <a:r>
              <a:rPr b="1" sz="1800"/>
              <a:t>Limitations: </a:t>
            </a:r>
            <a:r>
              <a:rPr sz="1800"/>
              <a:t>single-stage dense retrieval (no reranker — kept out for CPU budget); 512-token truncation of very long programs; bulk indexing of 8.7k programs is slow on laptop CPU (queries are fast)</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2100"/>
              <a:t>CPU-budget reranker: </a:t>
            </a:r>
            <a:r>
              <a:rPr sz="2100"/>
              <a:t>small cross-encoder over top-20 only, measured against latency</a:t>
            </a:r>
            <a:endParaRPr lang="en-IN" dirty="0"/>
          </a:p>
          <a:p>
            <a:pPr/>
            <a:r>
              <a:rPr b="1" sz="2100"/>
              <a:t>Quantisation: </a:t>
            </a:r>
            <a:r>
              <a:rPr sz="2100"/>
              <a:t>int8 / bf16 CPU inference to cut indexing time</a:t>
            </a:r>
          </a:p>
          <a:p>
            <a:pPr/>
            <a:r>
              <a:rPr b="1" sz="2100"/>
              <a:t>Hybrid lexical + dense: </a:t>
            </a:r>
            <a:r>
              <a:rPr sz="2100"/>
              <a:t>catch exact identifiers in real repos</a:t>
            </a:r>
          </a:p>
          <a:p>
            <a:pPr/>
            <a:r>
              <a:rPr b="1" sz="2100"/>
              <a:t>Watch mode: </a:t>
            </a:r>
            <a:r>
              <a:rPr sz="2100"/>
              <a:t>re-index on git commit hooks automatically</a:t>
            </a:r>
          </a:p>
          <a:p>
            <a:pPr/>
            <a:r>
              <a:rPr b="1" sz="2100"/>
              <a:t>More languages: </a:t>
            </a:r>
            <a:r>
              <a:rPr sz="2100"/>
              <a:t>extend the ast chunker beyond Python</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pPr/>
            <a:r>
              <a:rPr b="1" sz="2100"/>
              <a:t>Everything is measured: </a:t>
            </a:r>
            <a:r>
              <a:rPr sz="2100"/>
              <a:t>every design choice has an NDCG delta in the repo (scratch/results.jsonl), including the ones we rejected.</a:t>
            </a:r>
            <a:endParaRPr lang="en-IN" dirty="0"/>
          </a:p>
          <a:p>
            <a:pPr/>
            <a:r>
              <a:rPr b="1" sz="2100"/>
              <a:t>Efficiency-first: </a:t>
            </a:r>
            <a:r>
              <a:rPr sz="2100"/>
              <a:t>one 0.5B model, no GPU, no reranker — accuracy weighed against runtime and size as FAQ Q31 asks.</a:t>
            </a:r>
          </a:p>
          <a:p>
            <a:pPr/>
            <a:r>
              <a:rPr b="1" sz="2100"/>
              <a:t>P1 and Bonus both working, not slides: </a:t>
            </a:r>
            <a:r>
              <a:rPr sz="2100"/>
              <a:t>incremental re-indexing and lineage-aware cross-version search, with a runnable demo on a real library.</a:t>
            </a:r>
          </a:p>
          <a:p>
            <a:pPr/>
            <a:r>
              <a:rPr b="1" sz="2100"/>
              <a:t>Reproducible: </a:t>
            </a:r>
            <a:r>
              <a:rPr sz="2100"/>
              <a:t>one command reproduces the submitted numbers; Docker image included.</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sz="2100"/>
              <a:t>Working prototype code — public GitHub repo: Y</a:t>
            </a:r>
            <a:endParaRPr lang="en-US" sz="2800" dirty="0"/>
          </a:p>
          <a:p>
            <a:pPr/>
            <a:r>
              <a:rPr sz="2100"/>
              <a:t>README with reproducible setup instructions: Y</a:t>
            </a:r>
          </a:p>
          <a:p>
            <a:pPr/>
            <a:r>
              <a:rPr sz="2100">
                <a:hlinkClick r:id="rId2"/>
              </a:rPr>
              <a:t>Demo video, max 5 minutes: https://drive.google.com/drive/folders/1OfFzQTw2Os6dTVjTHRL54IEJbnADayVx?usp=sharing</a:t>
            </a:r>
          </a:p>
          <a:p>
            <a:pPr/>
            <a:r>
              <a:rPr sz="2100"/>
              <a:t>Presentation file (PPT): Y</a:t>
            </a:r>
          </a:p>
          <a:p>
            <a:pPr/>
            <a:r>
              <a:rPr sz="2100"/>
              <a:t>Repo: https://github.com/AmoghRB/samsung-prism-genai-2026  ·  Release tag: PRISM_GENAI_HACKATHON_Y2026</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